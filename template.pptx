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3"/>
  </p:notesMasterIdLst>
  <p:sldIdLst>
    <p:sldId id="273" r:id="rId2"/>
  </p:sldIdLst>
  <p:sldSz cx="9144000" cy="5143500" type="screen16x9"/>
  <p:notesSz cx="6858000" cy="9144000"/>
  <p:embeddedFontLst>
    <p:embeddedFont>
      <p:font typeface="Helvetica Neue" panose="02000503000000020004" pitchFamily="2" charset="0"/>
      <p:regular r:id="rId4"/>
      <p:bold r:id="rId5"/>
      <p:italic r:id="rId6"/>
      <p:boldItalic r:id="rId7"/>
    </p:embeddedFont>
    <p:embeddedFont>
      <p:font typeface="Manrope" pitchFamily="2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72">
          <p15:clr>
            <a:srgbClr val="747775"/>
          </p15:clr>
        </p15:guide>
        <p15:guide id="2" pos="2918">
          <p15:clr>
            <a:srgbClr val="747775"/>
          </p15:clr>
        </p15:guide>
        <p15:guide id="3" orient="horz" pos="2597">
          <p15:clr>
            <a:srgbClr val="747775"/>
          </p15:clr>
        </p15:guide>
        <p15:guide id="4" pos="2019">
          <p15:clr>
            <a:srgbClr val="747775"/>
          </p15:clr>
        </p15:guide>
        <p15:guide id="5" pos="3875">
          <p15:clr>
            <a:srgbClr val="747775"/>
          </p15:clr>
        </p15:guide>
        <p15:guide id="6" pos="397">
          <p15:clr>
            <a:srgbClr val="747775"/>
          </p15:clr>
        </p15:guide>
        <p15:guide id="7" pos="3154">
          <p15:clr>
            <a:srgbClr val="747775"/>
          </p15:clr>
        </p15:guide>
        <p15:guide id="8" orient="horz" pos="2910">
          <p15:clr>
            <a:srgbClr val="747775"/>
          </p15:clr>
        </p15:guide>
        <p15:guide id="9" orient="horz" pos="509">
          <p15:clr>
            <a:srgbClr val="747775"/>
          </p15:clr>
        </p15:guide>
        <p15:guide id="10" orient="horz" pos="429">
          <p15:clr>
            <a:srgbClr val="747775"/>
          </p15:clr>
        </p15:guide>
        <p15:guide id="11" orient="horz" pos="3015">
          <p15:clr>
            <a:srgbClr val="747775"/>
          </p15:clr>
        </p15:guide>
        <p15:guide id="12" orient="horz" pos="2686">
          <p15:clr>
            <a:srgbClr val="747775"/>
          </p15:clr>
        </p15:guide>
        <p15:guide id="13" pos="5327">
          <p15:clr>
            <a:srgbClr val="747775"/>
          </p15:clr>
        </p15:guide>
        <p15:guide id="14" orient="horz" pos="341">
          <p15:clr>
            <a:srgbClr val="747775"/>
          </p15:clr>
        </p15:guide>
        <p15:guide id="15" orient="horz" pos="1485">
          <p15:clr>
            <a:srgbClr val="747775"/>
          </p15:clr>
        </p15:guide>
        <p15:guide id="16" orient="horz" pos="1865">
          <p15:clr>
            <a:srgbClr val="747775"/>
          </p15:clr>
        </p15:guide>
        <p15:guide id="17" orient="horz" pos="283">
          <p15:clr>
            <a:srgbClr val="747775"/>
          </p15:clr>
        </p15:guide>
        <p15:guide id="18" orient="horz" pos="37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25"/>
  </p:normalViewPr>
  <p:slideViewPr>
    <p:cSldViewPr snapToGrid="0">
      <p:cViewPr varScale="1">
        <p:scale>
          <a:sx n="151" d="100"/>
          <a:sy n="151" d="100"/>
        </p:scale>
        <p:origin x="712" y="184"/>
      </p:cViewPr>
      <p:guideLst>
        <p:guide orient="horz" pos="672"/>
        <p:guide pos="2918"/>
        <p:guide orient="horz" pos="2597"/>
        <p:guide pos="2019"/>
        <p:guide pos="3875"/>
        <p:guide pos="397"/>
        <p:guide pos="3154"/>
        <p:guide orient="horz" pos="2910"/>
        <p:guide orient="horz" pos="509"/>
        <p:guide orient="horz" pos="429"/>
        <p:guide orient="horz" pos="3015"/>
        <p:guide orient="horz" pos="2686"/>
        <p:guide pos="5327"/>
        <p:guide orient="horz" pos="341"/>
        <p:guide orient="horz" pos="1485"/>
        <p:guide orient="horz" pos="1865"/>
        <p:guide orient="horz" pos="283"/>
        <p:guide orient="horz" pos="3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44d1e4037f_7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44d1e4037f_7_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нкты">
  <p:cSld name="ONE_COLUMN_TEXT_2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/>
          <p:nvPr/>
        </p:nvSpPr>
        <p:spPr>
          <a:xfrm>
            <a:off x="6138400" y="599125"/>
            <a:ext cx="2836200" cy="4422600"/>
          </a:xfrm>
          <a:prstGeom prst="rect">
            <a:avLst/>
          </a:prstGeom>
          <a:solidFill>
            <a:srgbClr val="02B2A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7"/>
          <p:cNvSpPr/>
          <p:nvPr/>
        </p:nvSpPr>
        <p:spPr>
          <a:xfrm>
            <a:off x="3152500" y="599250"/>
            <a:ext cx="2836200" cy="4422600"/>
          </a:xfrm>
          <a:prstGeom prst="rect">
            <a:avLst/>
          </a:prstGeom>
          <a:solidFill>
            <a:srgbClr val="ACED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7"/>
          <p:cNvSpPr/>
          <p:nvPr/>
        </p:nvSpPr>
        <p:spPr>
          <a:xfrm>
            <a:off x="154550" y="599200"/>
            <a:ext cx="2836200" cy="4422600"/>
          </a:xfrm>
          <a:prstGeom prst="rect">
            <a:avLst/>
          </a:prstGeom>
          <a:solidFill>
            <a:srgbClr val="56E2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1941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6" name="Google Shape;36;p7" title="Group 2131329ы470.png"/>
          <p:cNvPicPr preferRelativeResize="0"/>
          <p:nvPr/>
        </p:nvPicPr>
        <p:blipFill rotWithShape="1">
          <a:blip r:embed="rId2">
            <a:alphaModFix/>
          </a:blip>
          <a:srcRect r="54626"/>
          <a:stretch/>
        </p:blipFill>
        <p:spPr>
          <a:xfrm>
            <a:off x="283150" y="338075"/>
            <a:ext cx="744749" cy="108725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1264175" y="273361"/>
            <a:ext cx="25419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1">
          <p15:clr>
            <a:srgbClr val="E46962"/>
          </p15:clr>
        </p15:guide>
        <p15:guide id="2" orient="horz" pos="452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нкты">
  <p:cSld name="ONE_COLUMN_TEXT_2_1_1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472458" y="1941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40" name="Google Shape;40;p8"/>
          <p:cNvSpPr/>
          <p:nvPr/>
        </p:nvSpPr>
        <p:spPr>
          <a:xfrm>
            <a:off x="4633975" y="599356"/>
            <a:ext cx="2112900" cy="4422300"/>
          </a:xfrm>
          <a:prstGeom prst="rect">
            <a:avLst/>
          </a:prstGeom>
          <a:solidFill>
            <a:srgbClr val="02B2A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8"/>
          <p:cNvSpPr/>
          <p:nvPr/>
        </p:nvSpPr>
        <p:spPr>
          <a:xfrm>
            <a:off x="2403925" y="599512"/>
            <a:ext cx="2091300" cy="4422300"/>
          </a:xfrm>
          <a:prstGeom prst="rect">
            <a:avLst/>
          </a:prstGeom>
          <a:solidFill>
            <a:srgbClr val="ACED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8"/>
          <p:cNvSpPr/>
          <p:nvPr/>
        </p:nvSpPr>
        <p:spPr>
          <a:xfrm>
            <a:off x="154550" y="599418"/>
            <a:ext cx="2091300" cy="4422300"/>
          </a:xfrm>
          <a:prstGeom prst="rect">
            <a:avLst/>
          </a:prstGeom>
          <a:solidFill>
            <a:srgbClr val="56E28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6885625" y="599200"/>
            <a:ext cx="2112900" cy="4422300"/>
          </a:xfrm>
          <a:prstGeom prst="rect">
            <a:avLst/>
          </a:prstGeom>
          <a:solidFill>
            <a:srgbClr val="116FC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4" name="Google Shape;44;p8" title="Group 2131329ы470.png"/>
          <p:cNvPicPr preferRelativeResize="0"/>
          <p:nvPr/>
        </p:nvPicPr>
        <p:blipFill rotWithShape="1">
          <a:blip r:embed="rId2">
            <a:alphaModFix/>
          </a:blip>
          <a:srcRect r="54626"/>
          <a:stretch/>
        </p:blipFill>
        <p:spPr>
          <a:xfrm>
            <a:off x="283150" y="338075"/>
            <a:ext cx="744749" cy="10872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264175" y="273361"/>
            <a:ext cx="25419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1">
          <p15:clr>
            <a:srgbClr val="E46962"/>
          </p15:clr>
        </p15:guide>
        <p15:guide id="2" orient="horz" pos="452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ая информация">
  <p:cSld name="BIG_NUMBER"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sldNum" idx="12"/>
          </p:nvPr>
        </p:nvSpPr>
        <p:spPr>
          <a:xfrm>
            <a:off x="8472458" y="1941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sldNum" idx="2"/>
          </p:nvPr>
        </p:nvSpPr>
        <p:spPr>
          <a:xfrm>
            <a:off x="8472458" y="1941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86" name="Google Shape;86;p15" title="Group 21313294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35725" y="649487"/>
            <a:ext cx="4608275" cy="4494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 title="Group 2131329467.png"/>
          <p:cNvPicPr preferRelativeResize="0"/>
          <p:nvPr/>
        </p:nvPicPr>
        <p:blipFill rotWithShape="1">
          <a:blip r:embed="rId3">
            <a:alphaModFix/>
          </a:blip>
          <a:srcRect r="55887"/>
          <a:stretch/>
        </p:blipFill>
        <p:spPr>
          <a:xfrm>
            <a:off x="283150" y="338075"/>
            <a:ext cx="729900" cy="1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1264175" y="273361"/>
            <a:ext cx="25419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  <a:defRPr sz="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ая информация">
  <p:cSld name="BIG_NUMBER_2">
    <p:bg>
      <p:bgPr>
        <a:solidFill>
          <a:srgbClr val="9ADA30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6" title="Group 21313294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35725" y="649487"/>
            <a:ext cx="4608275" cy="449401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>
            <a:spLocks noGrp="1"/>
          </p:cNvSpPr>
          <p:nvPr>
            <p:ph type="sldNum" idx="12"/>
          </p:nvPr>
        </p:nvSpPr>
        <p:spPr>
          <a:xfrm>
            <a:off x="8472458" y="1941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92" name="Google Shape;92;p16"/>
          <p:cNvSpPr txBox="1">
            <a:spLocks noGrp="1"/>
          </p:cNvSpPr>
          <p:nvPr>
            <p:ph type="sldNum" idx="2"/>
          </p:nvPr>
        </p:nvSpPr>
        <p:spPr>
          <a:xfrm>
            <a:off x="8472458" y="1941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93" name="Google Shape;93;p16" title="Group 2131329467.png"/>
          <p:cNvPicPr preferRelativeResize="0"/>
          <p:nvPr/>
        </p:nvPicPr>
        <p:blipFill rotWithShape="1">
          <a:blip r:embed="rId3">
            <a:alphaModFix/>
          </a:blip>
          <a:srcRect r="55791"/>
          <a:stretch/>
        </p:blipFill>
        <p:spPr>
          <a:xfrm>
            <a:off x="283150" y="338075"/>
            <a:ext cx="731475" cy="1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>
            <a:spLocks noGrp="1"/>
          </p:cNvSpPr>
          <p:nvPr>
            <p:ph type="title"/>
          </p:nvPr>
        </p:nvSpPr>
        <p:spPr>
          <a:xfrm>
            <a:off x="1264175" y="273361"/>
            <a:ext cx="25419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  <a:defRPr sz="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ая информация">
  <p:cSld name="BIG_NUMBER_1_1">
    <p:bg>
      <p:bgPr>
        <a:solidFill>
          <a:srgbClr val="4579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>
            <a:spLocks noGrp="1"/>
          </p:cNvSpPr>
          <p:nvPr>
            <p:ph type="sldNum" idx="12"/>
          </p:nvPr>
        </p:nvSpPr>
        <p:spPr>
          <a:xfrm>
            <a:off x="8472458" y="1941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02" name="Google Shape;102;p18" title="Group 21313294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35725" y="649487"/>
            <a:ext cx="4608275" cy="4494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 title="Group 2131329ы470.png"/>
          <p:cNvPicPr preferRelativeResize="0"/>
          <p:nvPr/>
        </p:nvPicPr>
        <p:blipFill rotWithShape="1">
          <a:blip r:embed="rId3">
            <a:alphaModFix/>
          </a:blip>
          <a:srcRect r="54626"/>
          <a:stretch/>
        </p:blipFill>
        <p:spPr>
          <a:xfrm>
            <a:off x="283150" y="338075"/>
            <a:ext cx="744749" cy="10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8"/>
          <p:cNvSpPr txBox="1">
            <a:spLocks noGrp="1"/>
          </p:cNvSpPr>
          <p:nvPr>
            <p:ph type="title"/>
          </p:nvPr>
        </p:nvSpPr>
        <p:spPr>
          <a:xfrm>
            <a:off x="1264175" y="273361"/>
            <a:ext cx="25419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ая информация">
  <p:cSld name="BIG_NUMBER_1_1_1">
    <p:bg>
      <p:bgPr>
        <a:solidFill>
          <a:srgbClr val="209B78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1941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07" name="Google Shape;107;p19" title="Group 21313294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35725" y="649487"/>
            <a:ext cx="4608275" cy="4494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 title="Group 2131329ы470.png"/>
          <p:cNvPicPr preferRelativeResize="0"/>
          <p:nvPr/>
        </p:nvPicPr>
        <p:blipFill rotWithShape="1">
          <a:blip r:embed="rId3">
            <a:alphaModFix/>
          </a:blip>
          <a:srcRect r="53137"/>
          <a:stretch/>
        </p:blipFill>
        <p:spPr>
          <a:xfrm>
            <a:off x="283150" y="338075"/>
            <a:ext cx="769225" cy="10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1264175" y="273361"/>
            <a:ext cx="25419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ая информация">
  <p:cSld name="BIG_NUMBER_1_1_1_1">
    <p:bg>
      <p:bgPr>
        <a:solidFill>
          <a:srgbClr val="FF5C00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sldNum" idx="12"/>
          </p:nvPr>
        </p:nvSpPr>
        <p:spPr>
          <a:xfrm>
            <a:off x="8472458" y="1941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12" name="Google Shape;112;p20" title="Group 21313294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35725" y="649487"/>
            <a:ext cx="4608275" cy="4494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 title="Group 2131329ы470.png"/>
          <p:cNvPicPr preferRelativeResize="0"/>
          <p:nvPr/>
        </p:nvPicPr>
        <p:blipFill rotWithShape="1">
          <a:blip r:embed="rId3">
            <a:alphaModFix/>
          </a:blip>
          <a:srcRect r="54626"/>
          <a:stretch/>
        </p:blipFill>
        <p:spPr>
          <a:xfrm>
            <a:off x="283150" y="338075"/>
            <a:ext cx="744749" cy="10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 txBox="1">
            <a:spLocks noGrp="1"/>
          </p:cNvSpPr>
          <p:nvPr>
            <p:ph type="title"/>
          </p:nvPr>
        </p:nvSpPr>
        <p:spPr>
          <a:xfrm>
            <a:off x="1264175" y="273361"/>
            <a:ext cx="25419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ая информация">
  <p:cSld name="BIG_NUMBER_1_1_1_1_1">
    <p:bg>
      <p:bgPr>
        <a:solidFill>
          <a:srgbClr val="967C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>
            <a:spLocks noGrp="1"/>
          </p:cNvSpPr>
          <p:nvPr>
            <p:ph type="sldNum" idx="12"/>
          </p:nvPr>
        </p:nvSpPr>
        <p:spPr>
          <a:xfrm>
            <a:off x="8472458" y="1941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17" name="Google Shape;117;p21" title="Group 2131329469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35725" y="649487"/>
            <a:ext cx="4608275" cy="44940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 title="Group 2131329ы470.png"/>
          <p:cNvPicPr preferRelativeResize="0"/>
          <p:nvPr/>
        </p:nvPicPr>
        <p:blipFill rotWithShape="1">
          <a:blip r:embed="rId3">
            <a:alphaModFix/>
          </a:blip>
          <a:srcRect r="54626"/>
          <a:stretch/>
        </p:blipFill>
        <p:spPr>
          <a:xfrm>
            <a:off x="283150" y="338075"/>
            <a:ext cx="744749" cy="10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>
            <a:spLocks noGrp="1"/>
          </p:cNvSpPr>
          <p:nvPr>
            <p:ph type="title"/>
          </p:nvPr>
        </p:nvSpPr>
        <p:spPr>
          <a:xfrm>
            <a:off x="1264175" y="273361"/>
            <a:ext cx="25419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иний фон">
  <p:cSld name="CUSTOM_5">
    <p:bg>
      <p:bgPr>
        <a:solidFill>
          <a:srgbClr val="4579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>
            <a:spLocks noGrp="1"/>
          </p:cNvSpPr>
          <p:nvPr>
            <p:ph type="sldNum" idx="12"/>
          </p:nvPr>
        </p:nvSpPr>
        <p:spPr>
          <a:xfrm>
            <a:off x="8472458" y="1941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27" name="Google Shape;127;p23" title="Group 2131329ы470.png"/>
          <p:cNvPicPr preferRelativeResize="0"/>
          <p:nvPr/>
        </p:nvPicPr>
        <p:blipFill rotWithShape="1">
          <a:blip r:embed="rId2">
            <a:alphaModFix/>
          </a:blip>
          <a:srcRect r="54626"/>
          <a:stretch/>
        </p:blipFill>
        <p:spPr>
          <a:xfrm>
            <a:off x="283150" y="338075"/>
            <a:ext cx="744749" cy="10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1264175" y="273361"/>
            <a:ext cx="25419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Helvetica Neue"/>
              <a:buNone/>
              <a:defRPr sz="800" b="1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уллеты">
  <p:cSld name="CUSTOM_8_1">
    <p:bg>
      <p:bgPr>
        <a:solidFill>
          <a:schemeClr val="lt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5" title="Group 2131329426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0625" y="1569372"/>
            <a:ext cx="3863375" cy="357412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>
            <a:spLocks noGrp="1"/>
          </p:cNvSpPr>
          <p:nvPr>
            <p:ph type="sldNum" idx="12"/>
          </p:nvPr>
        </p:nvSpPr>
        <p:spPr>
          <a:xfrm>
            <a:off x="8472458" y="1941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37" name="Google Shape;137;p25" title="Group 2131329467.png"/>
          <p:cNvPicPr preferRelativeResize="0"/>
          <p:nvPr/>
        </p:nvPicPr>
        <p:blipFill rotWithShape="1">
          <a:blip r:embed="rId3">
            <a:alphaModFix/>
          </a:blip>
          <a:srcRect r="38027"/>
          <a:stretch/>
        </p:blipFill>
        <p:spPr>
          <a:xfrm>
            <a:off x="283150" y="338075"/>
            <a:ext cx="1025400" cy="1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 txBox="1">
            <a:spLocks noGrp="1"/>
          </p:cNvSpPr>
          <p:nvPr>
            <p:ph type="title"/>
          </p:nvPr>
        </p:nvSpPr>
        <p:spPr>
          <a:xfrm>
            <a:off x="1264175" y="273361"/>
            <a:ext cx="25419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elvetica Neue"/>
              <a:buNone/>
              <a:defRPr sz="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E46962"/>
          </p15:clr>
        </p15:guide>
        <p15:guide id="2" orient="horz" pos="102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472458" y="1941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buNone/>
              <a:defRPr sz="10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r">
              <a:buNone/>
              <a:defRPr sz="10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r">
              <a:buNone/>
              <a:defRPr sz="10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r">
              <a:buNone/>
              <a:defRPr sz="10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r">
              <a:buNone/>
              <a:defRPr sz="10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r">
              <a:buNone/>
              <a:defRPr sz="10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r">
              <a:buNone/>
              <a:defRPr sz="10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r">
              <a:buNone/>
              <a:defRPr sz="1000" b="1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61" r:id="rId3"/>
    <p:sldLayoutId id="2147483662" r:id="rId4"/>
    <p:sldLayoutId id="2147483664" r:id="rId5"/>
    <p:sldLayoutId id="2147483665" r:id="rId6"/>
    <p:sldLayoutId id="2147483666" r:id="rId7"/>
    <p:sldLayoutId id="2147483667" r:id="rId8"/>
    <p:sldLayoutId id="2147483669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81">
          <p15:clr>
            <a:srgbClr val="E46962"/>
          </p15:clr>
        </p15:guide>
        <p15:guide id="2" orient="horz" pos="213">
          <p15:clr>
            <a:srgbClr val="E46962"/>
          </p15:clr>
        </p15:guide>
        <p15:guide id="3" pos="178">
          <p15:clr>
            <a:srgbClr val="E46962"/>
          </p15:clr>
        </p15:guide>
        <p15:guide id="4" pos="1098">
          <p15:clr>
            <a:srgbClr val="E46962"/>
          </p15:clr>
        </p15:guide>
        <p15:guide id="5" orient="horz" pos="377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1F3"/>
        </a:solidFill>
        <a:effectLst/>
      </p:bgPr>
    </p:bg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3"/>
          <p:cNvSpPr txBox="1"/>
          <p:nvPr/>
        </p:nvSpPr>
        <p:spPr>
          <a:xfrm>
            <a:off x="173875" y="549075"/>
            <a:ext cx="85251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Слайд с 3 буллетами без картинки</a:t>
            </a:r>
            <a:endParaRPr sz="2900" b="1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9" name="Google Shape;469;p43"/>
          <p:cNvSpPr txBox="1"/>
          <p:nvPr/>
        </p:nvSpPr>
        <p:spPr>
          <a:xfrm>
            <a:off x="185187" y="989475"/>
            <a:ext cx="8146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Подзаголовок</a:t>
            </a:r>
            <a:endParaRPr sz="1800" b="1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0" name="Google Shape;470;p43"/>
          <p:cNvSpPr txBox="1"/>
          <p:nvPr/>
        </p:nvSpPr>
        <p:spPr>
          <a:xfrm>
            <a:off x="751975" y="1502717"/>
            <a:ext cx="45624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Название пункта</a:t>
            </a:r>
            <a:endParaRPr b="1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1" name="Google Shape;471;p43"/>
          <p:cNvSpPr txBox="1"/>
          <p:nvPr/>
        </p:nvSpPr>
        <p:spPr>
          <a:xfrm>
            <a:off x="751975" y="1750513"/>
            <a:ext cx="46404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 стиле используются насыщенные деталями иллюстрации, что позволяет изобразить любой сюжет который будет нужен.</a:t>
            </a:r>
            <a:endParaRPr sz="13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2" name="Google Shape;472;p43"/>
          <p:cNvSpPr txBox="1"/>
          <p:nvPr/>
        </p:nvSpPr>
        <p:spPr>
          <a:xfrm>
            <a:off x="751975" y="2479910"/>
            <a:ext cx="46404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Название пункта</a:t>
            </a:r>
            <a:endParaRPr b="1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3" name="Google Shape;473;p43"/>
          <p:cNvSpPr txBox="1"/>
          <p:nvPr/>
        </p:nvSpPr>
        <p:spPr>
          <a:xfrm>
            <a:off x="751975" y="2727706"/>
            <a:ext cx="46404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 стиле используются насыщенные деталями иллюстрации, что позволяет изобразить любой сюжет который будет нужен.</a:t>
            </a:r>
            <a:endParaRPr sz="13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4" name="Google Shape;474;p43"/>
          <p:cNvSpPr txBox="1"/>
          <p:nvPr/>
        </p:nvSpPr>
        <p:spPr>
          <a:xfrm>
            <a:off x="751975" y="3465452"/>
            <a:ext cx="46404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Название пункта</a:t>
            </a:r>
            <a:endParaRPr b="1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5" name="Google Shape;475;p43"/>
          <p:cNvSpPr txBox="1"/>
          <p:nvPr/>
        </p:nvSpPr>
        <p:spPr>
          <a:xfrm>
            <a:off x="751975" y="3713247"/>
            <a:ext cx="4640400" cy="1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В стиле используются насыщенные деталями иллюстрации, что позволяет изобразить любой сюжет который будет нужен.</a:t>
            </a:r>
            <a:endParaRPr sz="13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76" name="Google Shape;476;p43"/>
          <p:cNvSpPr/>
          <p:nvPr/>
        </p:nvSpPr>
        <p:spPr>
          <a:xfrm>
            <a:off x="277911" y="1620689"/>
            <a:ext cx="331500" cy="331500"/>
          </a:xfrm>
          <a:prstGeom prst="ellipse">
            <a:avLst/>
          </a:prstGeom>
          <a:noFill/>
          <a:ln w="16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8675" tIns="58675" rIns="58675" bIns="586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98"/>
          </a:p>
        </p:txBody>
      </p:sp>
      <p:grpSp>
        <p:nvGrpSpPr>
          <p:cNvPr id="477" name="Google Shape;477;p43"/>
          <p:cNvGrpSpPr/>
          <p:nvPr/>
        </p:nvGrpSpPr>
        <p:grpSpPr>
          <a:xfrm>
            <a:off x="369165" y="1738793"/>
            <a:ext cx="148907" cy="95224"/>
            <a:chOff x="406825" y="1884675"/>
            <a:chExt cx="319475" cy="204300"/>
          </a:xfrm>
        </p:grpSpPr>
        <p:cxnSp>
          <p:nvCxnSpPr>
            <p:cNvPr id="478" name="Google Shape;478;p43"/>
            <p:cNvCxnSpPr/>
            <p:nvPr/>
          </p:nvCxnSpPr>
          <p:spPr>
            <a:xfrm>
              <a:off x="406825" y="1943775"/>
              <a:ext cx="145200" cy="145200"/>
            </a:xfrm>
            <a:prstGeom prst="straightConnector1">
              <a:avLst/>
            </a:prstGeom>
            <a:noFill/>
            <a:ln w="167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79" name="Google Shape;479;p43"/>
            <p:cNvCxnSpPr/>
            <p:nvPr/>
          </p:nvCxnSpPr>
          <p:spPr>
            <a:xfrm flipH="1">
              <a:off x="532800" y="1884675"/>
              <a:ext cx="193500" cy="204300"/>
            </a:xfrm>
            <a:prstGeom prst="straightConnector1">
              <a:avLst/>
            </a:prstGeom>
            <a:noFill/>
            <a:ln w="167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80" name="Google Shape;480;p43"/>
          <p:cNvSpPr/>
          <p:nvPr/>
        </p:nvSpPr>
        <p:spPr>
          <a:xfrm>
            <a:off x="277911" y="2579092"/>
            <a:ext cx="331500" cy="331500"/>
          </a:xfrm>
          <a:prstGeom prst="ellipse">
            <a:avLst/>
          </a:prstGeom>
          <a:noFill/>
          <a:ln w="16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8675" tIns="58675" rIns="58675" bIns="586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98"/>
          </a:p>
        </p:txBody>
      </p:sp>
      <p:grpSp>
        <p:nvGrpSpPr>
          <p:cNvPr id="481" name="Google Shape;481;p43"/>
          <p:cNvGrpSpPr/>
          <p:nvPr/>
        </p:nvGrpSpPr>
        <p:grpSpPr>
          <a:xfrm>
            <a:off x="369165" y="2697195"/>
            <a:ext cx="148907" cy="95224"/>
            <a:chOff x="406825" y="1884675"/>
            <a:chExt cx="319475" cy="204300"/>
          </a:xfrm>
        </p:grpSpPr>
        <p:cxnSp>
          <p:nvCxnSpPr>
            <p:cNvPr id="482" name="Google Shape;482;p43"/>
            <p:cNvCxnSpPr/>
            <p:nvPr/>
          </p:nvCxnSpPr>
          <p:spPr>
            <a:xfrm>
              <a:off x="406825" y="1943775"/>
              <a:ext cx="145200" cy="145200"/>
            </a:xfrm>
            <a:prstGeom prst="straightConnector1">
              <a:avLst/>
            </a:prstGeom>
            <a:noFill/>
            <a:ln w="167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3" name="Google Shape;483;p43"/>
            <p:cNvCxnSpPr/>
            <p:nvPr/>
          </p:nvCxnSpPr>
          <p:spPr>
            <a:xfrm flipH="1">
              <a:off x="532800" y="1884675"/>
              <a:ext cx="193500" cy="204300"/>
            </a:xfrm>
            <a:prstGeom prst="straightConnector1">
              <a:avLst/>
            </a:prstGeom>
            <a:noFill/>
            <a:ln w="167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84" name="Google Shape;484;p43"/>
          <p:cNvSpPr/>
          <p:nvPr/>
        </p:nvSpPr>
        <p:spPr>
          <a:xfrm>
            <a:off x="277911" y="3531804"/>
            <a:ext cx="331500" cy="331500"/>
          </a:xfrm>
          <a:prstGeom prst="ellipse">
            <a:avLst/>
          </a:prstGeom>
          <a:noFill/>
          <a:ln w="167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8675" tIns="58675" rIns="58675" bIns="586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98"/>
          </a:p>
        </p:txBody>
      </p:sp>
      <p:grpSp>
        <p:nvGrpSpPr>
          <p:cNvPr id="485" name="Google Shape;485;p43"/>
          <p:cNvGrpSpPr/>
          <p:nvPr/>
        </p:nvGrpSpPr>
        <p:grpSpPr>
          <a:xfrm>
            <a:off x="369165" y="3649907"/>
            <a:ext cx="148907" cy="95224"/>
            <a:chOff x="406825" y="1884675"/>
            <a:chExt cx="319475" cy="204300"/>
          </a:xfrm>
        </p:grpSpPr>
        <p:cxnSp>
          <p:nvCxnSpPr>
            <p:cNvPr id="486" name="Google Shape;486;p43"/>
            <p:cNvCxnSpPr/>
            <p:nvPr/>
          </p:nvCxnSpPr>
          <p:spPr>
            <a:xfrm>
              <a:off x="406825" y="1943775"/>
              <a:ext cx="145200" cy="145200"/>
            </a:xfrm>
            <a:prstGeom prst="straightConnector1">
              <a:avLst/>
            </a:prstGeom>
            <a:noFill/>
            <a:ln w="167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87" name="Google Shape;487;p43"/>
            <p:cNvCxnSpPr/>
            <p:nvPr/>
          </p:nvCxnSpPr>
          <p:spPr>
            <a:xfrm flipH="1">
              <a:off x="532800" y="1884675"/>
              <a:ext cx="193500" cy="204300"/>
            </a:xfrm>
            <a:prstGeom prst="straightConnector1">
              <a:avLst/>
            </a:prstGeom>
            <a:noFill/>
            <a:ln w="167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88" name="Google Shape;488;p43"/>
          <p:cNvSpPr txBox="1">
            <a:spLocks noGrp="1"/>
          </p:cNvSpPr>
          <p:nvPr>
            <p:ph type="title"/>
          </p:nvPr>
        </p:nvSpPr>
        <p:spPr>
          <a:xfrm>
            <a:off x="1264175" y="252238"/>
            <a:ext cx="2541900" cy="2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Москва 2026</a:t>
            </a:r>
            <a:endParaRPr/>
          </a:p>
        </p:txBody>
      </p:sp>
      <p:sp>
        <p:nvSpPr>
          <p:cNvPr id="489" name="Google Shape;489;p43"/>
          <p:cNvSpPr txBox="1"/>
          <p:nvPr/>
        </p:nvSpPr>
        <p:spPr>
          <a:xfrm>
            <a:off x="8472458" y="207165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z="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fld>
            <a:endParaRPr sz="6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64</Words>
  <Application>Microsoft Macintosh PowerPoint</Application>
  <PresentationFormat>Экран (16:9)</PresentationFormat>
  <Paragraphs>10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Helvetica Neue</vt:lpstr>
      <vt:lpstr>Manrope</vt:lpstr>
      <vt:lpstr>Arial</vt:lpstr>
      <vt:lpstr>Simple Light</vt:lpstr>
      <vt:lpstr>Москва 2026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vvokhotnikov</cp:lastModifiedBy>
  <cp:revision>4</cp:revision>
  <dcterms:modified xsi:type="dcterms:W3CDTF">2026-03-19T10:33:00Z</dcterms:modified>
</cp:coreProperties>
</file>